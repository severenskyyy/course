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АБИС: Библиотека — выдача и просрочки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8: Сценарии, процессы и структура системы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82880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Кирбитов А.Е. (PL/BA)  |  Рабаданов А.С. (1С)  |  Гуков Я.Р. (FS-API)  |  Коптилин И.Р. (FS-UI)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РТУ МИРЭА  |  Кейс 8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Пользовательские сценарии системы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73152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UC-01: Выдача книги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Библиотекарь выбирает читателя и книгу. Система проверяет свободность экземпляра. Фиксация issue_date и due_date.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3152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UC-02: Возврат книги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078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Библиотекарь находит активную выдачу, фиксирует return_date. Расчёт days_overdue автоматически.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UC-03: Отчёт Просрочки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с фильтрами: группа, автор, период. Поля: reader_id, fio, book_code, title, days_overdue. Экспорт CSV.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4320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UC-04: Импорт CSV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090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books/readers/loans. Идемпотентность: повторная загрузка не создаёт дублей. Проверка по PK.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Связь экранов (UI Flow)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822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0" y="82296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822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0" y="82296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822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0" y="82296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0" y="822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Читатели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82296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822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22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0" y="182880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45920" y="18288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0" y="1828800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1828800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137160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137160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37160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по ролям: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172968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Администратор:  Все экраны + Настройки + Интеграция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538728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Библиотекарь:  Каталог, Читатели, Выдачи, Просрочки, Профиль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904488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Читатель:  Каталог (read-only), Профиль (свои выдачи)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Роли пользователей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731520"/>
            <a:ext cx="274320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47672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Системные настройки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478024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Импорт/экспорт CSV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008376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35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538728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65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7315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73152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731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37560" y="141732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книг (CRUD)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94767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читателями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247802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Выдачи и возвраты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00837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935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Просрочки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465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CSV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7315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731520"/>
            <a:ext cx="27432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731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Читатель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63640" y="1417320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каталога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1947672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своих выдач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2478024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возврата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63640" y="3008376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935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63640" y="3538728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465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Бронирование (24ч)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Первая версия BPMN: выдача и возврат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8595360" cy="1280160"/>
          </a:xfrm>
          <a:prstGeom prst="rect">
            <a:avLst/>
          </a:prstGeom>
          <a:solidFill>
            <a:srgbClr val="E8F4FD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74520"/>
            <a:ext cx="8595360" cy="1280160"/>
          </a:xfrm>
          <a:prstGeom prst="rect">
            <a:avLst/>
          </a:prstGeom>
          <a:solidFill>
            <a:srgbClr val="FDF2E8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200400"/>
            <a:ext cx="8595360" cy="1463040"/>
          </a:xfrm>
          <a:prstGeom prst="rect">
            <a:avLst/>
          </a:prstGeom>
          <a:solidFill>
            <a:srgbClr val="F0E8FD"/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4864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Читатель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9601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822960"/>
            <a:ext cx="822960" cy="502920"/>
          </a:xfrm>
          <a:prstGeom prst="rect">
            <a:avLst/>
          </a:prstGeom>
          <a:solidFill>
            <a:srgbClr val="E8F4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8229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выдачи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303520" y="822960"/>
            <a:ext cx="822960" cy="502920"/>
          </a:xfrm>
          <a:prstGeom prst="rect">
            <a:avLst/>
          </a:prstGeom>
          <a:solidFill>
            <a:srgbClr val="E8F4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8229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книги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371600" y="2148840"/>
            <a:ext cx="91440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148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книги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читателя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91840" y="2148840"/>
            <a:ext cx="82296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Оформить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выдачу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303520" y="2148840"/>
            <a:ext cx="82296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Оформить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858000" y="2148840"/>
            <a:ext cx="91440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148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отчёта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955280" y="2148840"/>
            <a:ext cx="73152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148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468880" y="3429000"/>
            <a:ext cx="91440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429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свободен?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0" y="3429000"/>
            <a:ext cx="82296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4290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loan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даты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754880" y="3429000"/>
            <a:ext cx="91440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429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days_overdue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943600" y="3429000"/>
            <a:ext cx="91440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3429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Обновить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132320" y="3429000"/>
            <a:ext cx="82296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4290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503920" y="2240280"/>
            <a:ext cx="274320" cy="27432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Предварительная структура системы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731520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 18)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143000"/>
            <a:ext cx="24323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Vite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экранов: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Home, Catalog,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Readers, Loans, Overdue,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Integration,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Коптилин И.Р. (FS-UI)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7315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731520"/>
            <a:ext cx="26517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731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(FastAPI)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10128" y="1143000"/>
            <a:ext cx="24323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aiosqlite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JWT-авторизация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роутеров: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/books, /readers, /loans,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/reports, /auth,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/notifications,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/import_export, /reservations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Гуков Я.Р. (FS-API)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7315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731520"/>
            <a:ext cx="2651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731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1С:Предприятие 8.3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36208" y="1143000"/>
            <a:ext cx="24323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BSL + СКД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Книги, Читатели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ВыдачаКниги, ВозвратКниги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Регистр: Выдачи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СКД: Просрочки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Модуль: ОбменДанными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Рабаданов А.С. (1С)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56032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852160" y="2560320"/>
            <a:ext cx="27432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760720" y="2286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Перечень сущностей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Сущность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Ключевые атрибуты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 / FK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Назначение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book_code, title, author, year, udk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book_code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Каталог экземпляров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reader_id, fio,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reader_id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Читатели библиотеки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loan_id, reader_id, book_code, issue_date, due_date, return_date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loan_id, FK: reader_id, book_code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 выдач/возвратов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username, password_hash,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user_id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Авторизация (3 роли)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log_id, user_id, action, entity_type, created_at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log_id, FK: user_id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 аудита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reserv_id, reader_id, book_code, expires_at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reserv_id,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Бронирование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notif_id, reader_id, loan_id, type, message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notif_id,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Уведомления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сущностей  |  3НФ  |  Связи: loans -&gt; books, loans -&gt; readers, audit_log -&gt; users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План разработки MVP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731520"/>
            <a:ext cx="2057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731520"/>
            <a:ext cx="20574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315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 1-2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Инициация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+ Устав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1892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+ USM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5973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3682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рисков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35224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843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Git-репозиторий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3160" y="731520"/>
            <a:ext cx="2057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731520"/>
            <a:ext cx="205740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7315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 3-4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960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14600" y="1508760"/>
            <a:ext cx="73152" cy="7315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2679192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Storming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1984248"/>
            <a:ext cx="73152" cy="7315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2679192" y="1892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v1 + UC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2459736"/>
            <a:ext cx="73152" cy="7315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2679192" y="23682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Flow + роли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14600" y="2935224"/>
            <a:ext cx="73152" cy="7315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2679192" y="2843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Сущности + план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36576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731520"/>
            <a:ext cx="2057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731520"/>
            <a:ext cx="20574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7315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 5-6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960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+ данные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1508760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+ DFD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198424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4873752" y="1892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Маппинг данных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459736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23682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ТЗ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93522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4873752" y="2843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T1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576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Запланировано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12280" y="731520"/>
            <a:ext cx="2057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12280" y="731520"/>
            <a:ext cx="20574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6812280" y="7315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 7-8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12280" y="960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+ Демо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03720" y="1508760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7" name="Text 45"/>
          <p:cNvSpPr/>
          <p:nvPr/>
        </p:nvSpPr>
        <p:spPr>
          <a:xfrm>
            <a:off x="7068312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CRUD + API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198424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9" name="Text 47"/>
          <p:cNvSpPr/>
          <p:nvPr/>
        </p:nvSpPr>
        <p:spPr>
          <a:xfrm>
            <a:off x="7068312" y="1892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1С: формы + отчёт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2459736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1" name="Text 49"/>
          <p:cNvSpPr/>
          <p:nvPr/>
        </p:nvSpPr>
        <p:spPr>
          <a:xfrm>
            <a:off x="7068312" y="23682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+ связка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03720" y="293522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3" name="Text 51"/>
          <p:cNvSpPr/>
          <p:nvPr/>
        </p:nvSpPr>
        <p:spPr>
          <a:xfrm>
            <a:off x="7068312" y="2843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+ презентация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86600" y="36576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Запланировано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 и следующие шаги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24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v0.1 + Устав + MoSCoW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51790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538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 + матрица рисков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4708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783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Storming + персонажи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17627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сценариев (UC-01...UC-05)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5054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41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v1: выдача/возврат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8346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770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Flow: 9 экранов + 3 роли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16382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099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сущностей с атрибутами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49300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4290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Git-репозиторий настроен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Хакатона 3: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188720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124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BPMN + ERD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517904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4538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БД (3НФ) + DFD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847088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783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маппинга данных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176272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ТЗ (FR/DR/UI/IF/NFR/AC)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505456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441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 T1 (&gt;=100 строк)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834640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770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экранов отрисовано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163824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099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модулей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617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github.com/Severenskyyy/CourseProjects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Хакатон 2 — АБИС</dc:title>
  <dc:subject>PptxGenJS Presentation</dc:subject>
  <dc:creator>PptxGenJS</dc:creator>
  <cp:lastModifiedBy>PptxGenJS</cp:lastModifiedBy>
  <cp:revision>1</cp:revision>
  <dcterms:created xsi:type="dcterms:W3CDTF">2026-04-13T06:28:39Z</dcterms:created>
  <dcterms:modified xsi:type="dcterms:W3CDTF">2026-04-13T06:28:39Z</dcterms:modified>
</cp:coreProperties>
</file>