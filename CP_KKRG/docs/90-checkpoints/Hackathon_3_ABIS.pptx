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АБИС: Данные, модели и архитектура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8 | Финальные модели и структура данных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Кирбитов А.Е. (PL/BA)  |  Рабаданов А.С. (1С)  |  Гуков Я.Р. (FS-API)  |  Коптилин И.Р. (FS-UI)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  |  Кейс 8  |  Апрель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Финальная BPMN-схема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8595360" cy="1280160"/>
          </a:xfrm>
          <a:prstGeom prst="rect">
            <a:avLst/>
          </a:prstGeom>
          <a:solidFill>
            <a:srgbClr val="E8F4FD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74520"/>
            <a:ext cx="8595360" cy="1280160"/>
          </a:xfrm>
          <a:prstGeom prst="rect">
            <a:avLst/>
          </a:prstGeom>
          <a:solidFill>
            <a:srgbClr val="FDF2E8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200400"/>
            <a:ext cx="8595360" cy="1463040"/>
          </a:xfrm>
          <a:prstGeom prst="rect">
            <a:avLst/>
          </a:prstGeom>
          <a:solidFill>
            <a:srgbClr val="F0E8FD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4864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Читатель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502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9601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822960"/>
            <a:ext cx="822960" cy="502920"/>
          </a:xfrm>
          <a:prstGeom prst="rect">
            <a:avLst/>
          </a:prstGeom>
          <a:solidFill>
            <a:srgbClr val="E8F4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822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03520" y="822960"/>
            <a:ext cx="822960" cy="502920"/>
          </a:xfrm>
          <a:prstGeom prst="rect">
            <a:avLst/>
          </a:prstGeom>
          <a:solidFill>
            <a:srgbClr val="E8F4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822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71600" y="2148840"/>
            <a:ext cx="91440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книги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читателя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82296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выдачу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03520" y="2148840"/>
            <a:ext cx="82296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858000" y="2148840"/>
            <a:ext cx="91440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отчёта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955280" y="2148840"/>
            <a:ext cx="731520" cy="502920"/>
          </a:xfrm>
          <a:prstGeom prst="rect">
            <a:avLst/>
          </a:prstGeom>
          <a:solidFill>
            <a:srgbClr val="FDF2E8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46888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свободен?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0" y="3429000"/>
            <a:ext cx="82296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429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loan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даты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5488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days_overdue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91440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32320" y="3429000"/>
            <a:ext cx="822960" cy="502920"/>
          </a:xfrm>
          <a:prstGeom prst="rect">
            <a:avLst/>
          </a:prstGeom>
          <a:solidFill>
            <a:srgbClr val="F0E8FD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429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503920" y="2240280"/>
            <a:ext cx="274320" cy="27432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ER-диаграмма (7 сущностей, 3НФ)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4630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685800"/>
            <a:ext cx="13167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book_code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udk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is_available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265176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269748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reader_id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fio,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463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51560"/>
            <a:ext cx="13167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loan_id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reader_id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book_code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89120" y="640080"/>
            <a:ext cx="1463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62272" y="685800"/>
            <a:ext cx="1316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full_name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reader_id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0" y="640080"/>
            <a:ext cx="14630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685800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log_id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14630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62272" y="288036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reserv_id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reader_id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book_code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expires_at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1554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91072" y="2880360"/>
            <a:ext cx="1408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notif_id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reader_id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loan_id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message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37360" y="1828800"/>
            <a:ext cx="6400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1600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Структура базы данных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486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Таблица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Столбцы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book_code, title, author, year, udk, is_available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TEXT/INT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reader_id, fio, group_name, email, 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loan_id, reader_id, book_code, issue_date, due_date, return_date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username, password_hash, role, full_name, reader_id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log_id, user_id, entity_type, entity_id, action, created_at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reserv_id, reader_id, book_code, reserved_at, expires_at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notif_id, reader_id, loan_id, type, title, message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файловая БД | 7 таблиц | 10 индексов для оптимизации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Потоки данных (DFD)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371600" cy="50292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88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2834640"/>
            <a:ext cx="1371600" cy="5029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931920"/>
            <a:ext cx="1371600" cy="5029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Читатель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3657600"/>
            <a:ext cx="137160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0" y="3657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1С:Предприятие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731520"/>
            <a:ext cx="1645920" cy="10972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731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Упр. каталогом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731520"/>
            <a:ext cx="1645920" cy="1097280"/>
          </a:xfrm>
          <a:prstGeom prst="ellipse">
            <a:avLst/>
          </a:prstGeom>
          <a:solidFill>
            <a:srgbClr val="FDF2E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31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Упр. выдачами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1645920" cy="1097280"/>
          </a:xfrm>
          <a:prstGeom prst="ellipse">
            <a:avLst/>
          </a:prstGeom>
          <a:solidFill>
            <a:srgbClr val="F0E8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3774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Отчёты/KPI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2926080"/>
            <a:ext cx="1645920" cy="1097280"/>
          </a:xfrm>
          <a:prstGeom prst="ellipse">
            <a:avLst/>
          </a:prstGeom>
          <a:solidFill>
            <a:srgbClr val="E8FDE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обмен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1097280"/>
            <a:ext cx="1463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09728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 SQLite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Таблица маппинга данных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8778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371600"/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Источник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Приёмник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Преобразование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TRIM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author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author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readers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TRIM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fio,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readers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fio, group_name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reader_id,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reader_id,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проверка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issue/due/return_date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issue/due/return_date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loans.*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1С Регистр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Выдачи.*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Экспорт 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Архитектура модулей + 7. Связь данных с процессами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548640"/>
            <a:ext cx="23774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(Коптилин)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Vite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UI-компонентов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AppContext state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54864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548640"/>
            <a:ext cx="23774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(Гуков)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9144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8 роутеров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модели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тесты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T1/T2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548640"/>
            <a:ext cx="32004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548640"/>
            <a:ext cx="32004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 (Рабаданов)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914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Справочники: Книги, Читатели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Документы: Выдача, Возврат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Регистр: Выдачи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СКД: Просрочки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Модуль: ОбменДанными.bsl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2377440" cy="3200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(Гуков)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250+150+600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Golden: overdue.csv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Invalid: тест ошибок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validate.py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0" y="301752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3017520"/>
            <a:ext cx="23774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 (Кирбитов)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документов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ERD, DFD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ТЗ, AC чеклист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презентации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3017520"/>
            <a:ext cx="3200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3017520"/>
            <a:ext cx="320040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-&gt; определяет UC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-&gt; определяет таблицы SQLite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-&gt; определяет API endpoints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 -&gt; формат CSV обмена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-&gt; проверяет KPI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Черновик ТЗ / набор ЧТЗ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548640"/>
            <a:ext cx="64008" cy="1920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1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(5)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книг/читателей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Выдачи/возвраты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Просрочки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548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548640"/>
            <a:ext cx="64008" cy="1920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621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(4)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005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books/readers/loans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&gt;=200/120/400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+ валидации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548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548640"/>
            <a:ext cx="64008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621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005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период/группа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 прототипа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64008" cy="19202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16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/api/reports/overdue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/api/loans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7432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743200"/>
            <a:ext cx="64008" cy="1920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816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 (4)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&lt; 3 сек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 без ПДн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3 роли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743200"/>
            <a:ext cx="64008" cy="1920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16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(9)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T1 корректен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 верна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дублей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Хакатона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BPMN (3 swim-lanes)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7218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08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7 сущностей, 3НФ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0136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БД: 7 таблиц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13055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066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DFD: 4 процесса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45973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 данных (9 строк)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24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модулей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11810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54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ТЗ (6 категорий)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4472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250+150+600 записей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Хакатона 4: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14300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CRUD + выдачи/возвраты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47218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08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UI: все 9 экранов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801368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 формы + отчёт СКД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130552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066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CSV-обмен Backend &lt;-&gt; 1С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459736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тесты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78892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724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Демо-сценарий + видео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1810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054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ТЗ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447288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защиты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3 — АБИС</dc:title>
  <dc:subject>PptxGenJS Presentation</dc:subject>
  <dc:creator>PptxGenJS</dc:creator>
  <cp:lastModifiedBy>PptxGenJS</cp:lastModifiedBy>
  <cp:revision>1</cp:revision>
  <dcterms:created xsi:type="dcterms:W3CDTF">2026-04-13T06:28:39Z</dcterms:created>
  <dcterms:modified xsi:type="dcterms:W3CDTF">2026-04-13T06:28:39Z</dcterms:modified>
</cp:coreProperties>
</file>