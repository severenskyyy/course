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ХАКАТОН 4 — ФИНАЛЬНАЯ ЗАЩИТА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АБИС: MVP v1.0 — Демонстрация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8 | Библиотека: выдача и просрочки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828800" cy="274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Кирбитов А.Е. (PL/BA)  |  Рабаданов А.С. (1С)  |  Гуков Я.Р. (FS-API)  |  Коптилин И.Р. (FS-UI)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РТУ МИРЭА  |  Май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Демо UI-прототипа (9 экранов)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640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Авторизация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3 роли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0" y="54864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37560" y="640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1371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виджеты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0" y="54864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63640" y="640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книг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63640" y="1371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фильтры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01168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2103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Читатели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Группы, статистика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0" y="201168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2103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Выдача/возврат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26480" y="201168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2103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6364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Фильтры, CSV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47472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148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ЛК читателя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выдач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0" y="347472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33756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3756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Импорт/экспорт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6480" y="347472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6364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Архитектурная схема + 3. Связь компонентов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27432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548640"/>
            <a:ext cx="274320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548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(Коптилин FS-UI)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CSS, Vite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pages, 10 UI components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AppContext (state mgmt)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ToastContext (notifications)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 (REST client)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91840" y="548640"/>
            <a:ext cx="27432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548640"/>
            <a:ext cx="2743200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548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(Гуков FS-API)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83280" y="9144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SQLite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aiosqlite, JWT (jose)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роутеров: books, readers,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loans, reports, auth,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notifications, import_export,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309360" y="548640"/>
            <a:ext cx="25603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548640"/>
            <a:ext cx="25603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548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1С (Рабаданов)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91440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Справочники: Книги, Читатели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Документы: Выдача, Возврат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 накопления: Выдачи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СКД: Просрочки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Модуль: ОбменДанными.bsl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27432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926080"/>
            <a:ext cx="2743200" cy="3200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+ Тесты (Гуков)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T1: 250 books, 150 readers, 600 loans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Golden: overdue.csv (133)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validate.py (8 правил)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(17 тестов)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91840" y="2926080"/>
            <a:ext cx="27432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91840" y="2926080"/>
            <a:ext cx="2743200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329184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(Кирбитов PL/BA)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MD-документов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презентации PPTX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(YAML)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чеклист (9 AC)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017520" y="1554480"/>
            <a:ext cx="27432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34640" y="12801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6035040" y="1554480"/>
            <a:ext cx="274320" cy="0"/>
          </a:xfrm>
          <a:prstGeom prst="line">
            <a:avLst/>
          </a:prstGeom>
          <a:noFill/>
          <a:ln w="25400">
            <a:solidFill>
              <a:srgbClr val="F39C12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5943600" y="1280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API / JSON взаимодействие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548640"/>
          <a:ext cx="8778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560320"/>
                <a:gridCol w="2286000"/>
                <a:gridCol w="25603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Метод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Эндпоинт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Описание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/api/auth/login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Авторизация (JWT)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{access_token}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Список книг + фильтры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[{book_code,title,...}]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Добавить книгу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{book} | 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/api/readers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Список читателей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[{reader_id,fio,...}]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/api/loans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Оформить выдачу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{loan} | 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/api/loans/{id}/return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Оформить возврат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{loan+days_overdue}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/api/reports/overdue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Отчёт просрочки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{items,kpi,%}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/api/reports/kpi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метрики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{overdue_%,...}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/api/import/books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Импорт 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{imported,skipped}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/api/export/overdue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Экспорт 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Артефакты решения на платформе 1С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548640"/>
            <a:ext cx="274320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601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Книги (book_code, title,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author, year, udk)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Читатели (reader_id,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fio, group)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37560" y="9601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ВыдачаКниги (reader_id,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book_code, issue_date,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ВозвратКниги (loan_id,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return_date)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2648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548640"/>
            <a:ext cx="274320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 накопления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9601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Выдачи — учёт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движений по книгам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 (выдача)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 (возврат)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2743200" cy="3657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СКД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1546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Просрочки: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reader_id, fio, book_code,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days_overdue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период, группа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2743200"/>
            <a:ext cx="2743200" cy="36576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обмена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31546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ОбменДанными.bsl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Импорт/экспорт CSV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Идемпотентная загрузка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первичному ключу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2743200"/>
            <a:ext cx="2743200" cy="3657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BSL модули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63640" y="315468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РаботаСКнигами.bsl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РаботаСЧитателями.bsl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УправлениеВыдачами.bsl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Тестовые данные и сценарий загрузки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486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91440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Набор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Файл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Записей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Назначение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Каталог экземпляров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Читатели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актив. + 60 просроч.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overdue.csv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Эталон для сверки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books/loans_invalid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валидации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загрузки: uvicorn app.main:app -&gt; /api/import/ (books, readers, loans) -&gt; validate.py data/T1 -&gt; повторная загрузка = 0 дублей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Финальное техническое задание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FR-01..05: CRUD книг/читателей, выдача/возврат, отчёт Просрочки с фильтрами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DR-01..04: CSV books/readers/loans по схеме, объём &gt;=200/120/400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UI-01..03: Фильтры, экспорт CSV, 9 экранов прототипа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IF-01..02: GET /api/reports/overdue, POST /api/loans, OpenAPI spec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NFR-01..04: Отчёт &lt;3 сек, синтетика без ПДн, идемпотентность, JWT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AC-01: Импорт T1 &gt;=200/120/400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AC-02: Просрочка days_overdue корректна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AC-03: Блокировка двойной выдачи (409)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AC-04: Экспорт CSV: reader_id, book_code, days_overdue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AC-05: Идемпотентность: 0 дублей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AC-06: Расчёт при возврате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AC-07: KPI отображается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AC-08: Валидация дат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AC-09: Роли: reader не может создать книгу (403)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 Демонстрационный сценарий защиты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65760" y="66751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675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594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Авторизация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0" y="594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admin/admin123 -&gt; дашборд KPI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594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30с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26187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26187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 CSV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(250+150+600), повтор=0 дублей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8562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автору, фильтр по наличию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45059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4505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2377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Выдача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Оформить выдачу -&gt; блокировка повторной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1м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304495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04495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2971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-&gt; расчёт days_overdue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2971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63931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6393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14400" y="3566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743200" y="3566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Просрочки с фильтрами -&gt; экспорт CSV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46720" y="3566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4233672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23367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1С + KPI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43200" y="4160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Артефакты 1С, доля просрочек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46720" y="4160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30с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время: 5 минут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Итоги проекта АБИС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011680" cy="1188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&lt;=15%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777240"/>
            <a:ext cx="2011680" cy="1188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822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&lt;3с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2011680" cy="1188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22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777240"/>
            <a:ext cx="2011680" cy="1188720"/>
          </a:xfrm>
          <a:prstGeom prst="rect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822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5800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Реализовано: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256032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250545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9 экранов (Коптилин)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2862072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280720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FastAPI, JWT, 8 API (Гуков)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163824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1089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1С: формы, отчёт СКД (Рабаданов)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3465576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3410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Документация: 15 MD (Кирбитов)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3767328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37124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T1 + golden + тесты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406908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40142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CSV-обмен идемпотентный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Перспективы: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00600" y="2560320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250545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Email/SMS уведомления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2862072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280720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вместо CSV для 1С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3163824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31089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BI-дашборд (1С:Аналитика)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00600" y="3465576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7" name="Text 35"/>
          <p:cNvSpPr/>
          <p:nvPr/>
        </p:nvSpPr>
        <p:spPr>
          <a:xfrm>
            <a:off x="4983480" y="3410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Сканирование штрих-кодов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00600" y="3767328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9" name="Text 37"/>
          <p:cNvSpPr/>
          <p:nvPr/>
        </p:nvSpPr>
        <p:spPr>
          <a:xfrm>
            <a:off x="4983480" y="37124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реальным АБИС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 |  github.com/Severenskyyy/CourseProjects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Хакатон 4 — АБИС (Финал)</dc:title>
  <dc:subject>PptxGenJS Presentation</dc:subject>
  <dc:creator>PptxGenJS</dc:creator>
  <cp:lastModifiedBy>PptxGenJS</cp:lastModifiedBy>
  <cp:revision>1</cp:revision>
  <dcterms:created xsi:type="dcterms:W3CDTF">2026-04-13T06:28:39Z</dcterms:created>
  <dcterms:modified xsi:type="dcterms:W3CDTF">2026-04-13T06:28:39Z</dcterms:modified>
</cp:coreProperties>
</file>