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АБИС: Библиотека — выдача и просрочки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8: Сценарии, процессы и структура системы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8288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Кирбитов А.Е. (PL/BA)  |  Рабаданов А.С. (1С)  |  Гуков Я.Р. (FS-API)  |  Коптилин И.Р. (FS-UI)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  |  Кейс 8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Пользовательские сценарии 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73152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UC-01: Выдача книги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 выбирает читателя и книгу. Система проверяет свободность экземпляра. Фиксация issue_date и due_date.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63440" y="73152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UC-02: Возврат книги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78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 находит активную выдачу, фиксирует return_date. Расчёт days_overdue автоматически.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274320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UC-03: Отчёт Просрочки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 фильтрами: группа, автор, период. Поля: reader_id, fio, book_code, title, days_overdue. Экспорт CSV.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64008" cy="1828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UC-04: Импорт CSV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books/readers/loans. Идемпотентность: повторная загрузка не создаёт дублей. Проверка по PK.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Связь экранов (UI Flow)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822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64592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2608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0624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82296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0" y="822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0" y="822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1828800"/>
            <a:ext cx="1005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45920" y="18288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182880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9260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828800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976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65176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93192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21208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92240" y="109728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148840" y="13716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474720" y="13716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46320" y="13716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по ролям: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172968"/>
            <a:ext cx="137160" cy="1371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Администратор:  Все экраны + Настройки + Интеграция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38728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Библиотекарь:  Каталог, Читатели, Выдачи, Просрочки, Профиль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904488"/>
            <a:ext cx="137160" cy="1371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Читатель:  Каталог (read-only), Профиль (свои выдачи)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Роли пользователей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пользователями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 настройки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478024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Импорт/экспорт CSV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08376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465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7315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Библиотекарь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37560" y="141732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2044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книг (CRUD)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94767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52044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читателями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47802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2044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Выдачи и возвраты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00837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2044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Просрочки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520440" y="3465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CSV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7315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Читатель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1417320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46520" y="1344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каталога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1947672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465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своих выдач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2478024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46520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возврата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3008376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4652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3538728"/>
            <a:ext cx="91440" cy="914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46520" y="34655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Бронирование (24ч)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Первая версия BPMN: выдача и возврат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BR-01: одна активная выдача на book_code   •   BR-06: читатель не заблокирован   •   Таймер due_date   •   Три дорожки: Читатель / Библиотекарь / Система АБИС</a:t>
            </a:r>
          </a:p>
        </p:txBody>
      </p:sp>
      <p:pic>
        <p:nvPicPr>
          <p:cNvPr id="5" name="Picture 4" descr="bpmn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822960"/>
            <a:ext cx="698601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Предварительная структура 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3152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 18)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2432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Vite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Home, Catalog,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Readers, Loans, Overdue,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Integration,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Коптилин И.Р. (FS-UI)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7315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731520"/>
            <a:ext cx="26517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731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0128" y="1143000"/>
            <a:ext cx="2432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FastAPI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aiosqlite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JWT-авторизация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роутеров: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/books, /readers, /loans,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/reports, /auth,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/notifications,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/import_export, /reservations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Гуков Я.Р. (FS-API)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7315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731520"/>
            <a:ext cx="26517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731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1С:Предприятие 8.3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1143000"/>
            <a:ext cx="2432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BSL + СКД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Книги, Читатели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ВыдачаКниги, ВозвратКниги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Регистр: Выдачи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СКД: Просрочки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Модуль: ОбменДанными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Рабаданов А.С. (1С)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56032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852160" y="2560320"/>
            <a:ext cx="27432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760720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Перечень сущностей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Сущность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Ключевые атрибуты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/ FK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Назначение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book_code, title, author, year, udk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 экземпляров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reader_id, fio,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reader_id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Читатели библиотеки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loan_id, reader_id, book_code, issue_date, due_date, return_date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loan_id, FK: reader_id, book_code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выдач/возвратов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username, password_hash,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user_id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Авторизация (3 роли)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log_id, user_id, action, entity_type, created_at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log_id, FK: user_id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аудита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reserv_id, reader_id, book_code, expires_at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reserv_id,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Бронирование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notif_id, reader_id, loan_id, type, message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notif_id, FK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Уведомления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сущностей  |  3НФ  |  Связи: loans -&gt; books, loans -&gt; readers, audit_log -&gt; users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План разработки MVP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731520"/>
            <a:ext cx="20574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Инициация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+ Устав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+ USM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59736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рисков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731520"/>
            <a:ext cx="205740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1508760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1984248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267919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v1 + UC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2459736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267919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 + роли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2935224"/>
            <a:ext cx="73152" cy="7315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267919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Сущности + план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731520"/>
            <a:ext cx="2057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5-6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+ данные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150876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+ DFD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198424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Маппинг данных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459736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ТЗ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3522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487375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T1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Запланировано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12280" y="731520"/>
            <a:ext cx="2057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731520"/>
            <a:ext cx="20574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7315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 7-8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12280" y="960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+ Демо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03720" y="1508760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7068312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CRUD + API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1984248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9" name="Text 47"/>
          <p:cNvSpPr/>
          <p:nvPr/>
        </p:nvSpPr>
        <p:spPr>
          <a:xfrm>
            <a:off x="7068312" y="18928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1С: формы + отчёт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2459736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7068312" y="23682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+ связка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03720" y="2935224"/>
            <a:ext cx="73152" cy="7315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7068312" y="284378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+ презентация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86600" y="36576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Запланировано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и следующие шаги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24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v0.1 + Устав + MoSCoW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51790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53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Map + матрица рисков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4708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 + персонажи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1762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сценариев (UC-01...UC-05)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5054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41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v1: выдача/возврат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346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770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Flow: 9 экранов + 3 роли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1638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сущностей с атрибутами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49300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4290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 настроен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Хакатона 3: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188720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124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BPMN + ERD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517904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4538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БД (3НФ) + DFD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847088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маппинга данных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176272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ТЗ (FR/DR/UI/IF/NFR/AC)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505456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441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 T1 (&gt;=100 строк)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834640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770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экранов отрисовано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163824"/>
            <a:ext cx="91440" cy="914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модулей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617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github.com/Severenskyyy/CourseProjects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2 — АБИС</dc:title>
  <dc:subject>PptxGenJS Presentation</dc:subject>
  <dc:creator>PptxGenJS</dc:creator>
  <cp:lastModifiedBy>PptxGenJS</cp:lastModifiedBy>
  <cp:revision>1</cp:revision>
  <dcterms:created xsi:type="dcterms:W3CDTF">2026-04-13T06:28:39Z</dcterms:created>
  <dcterms:modified xsi:type="dcterms:W3CDTF">2026-04-13T06:28:39Z</dcterms:modified>
</cp:coreProperties>
</file>